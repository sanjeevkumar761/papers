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D05AA5-8FB2-4567-AAF2-6699C6B799D0}" v="1" dt="2026-06-04T20:21:30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eev Kumar" userId="ed94c422-f0b9-4d2d-a461-6e3065d93970" providerId="ADAL" clId="{57E1B60C-7C07-4C24-8350-A9765BE8CC6A}"/>
    <pc:docChg chg="modSld">
      <pc:chgData name="Sanjeev Kumar" userId="ed94c422-f0b9-4d2d-a461-6e3065d93970" providerId="ADAL" clId="{57E1B60C-7C07-4C24-8350-A9765BE8CC6A}" dt="2026-06-04T20:21:56.119" v="10" actId="14100"/>
      <pc:docMkLst>
        <pc:docMk/>
      </pc:docMkLst>
      <pc:sldChg chg="addSp modSp mod">
        <pc:chgData name="Sanjeev Kumar" userId="ed94c422-f0b9-4d2d-a461-6e3065d93970" providerId="ADAL" clId="{57E1B60C-7C07-4C24-8350-A9765BE8CC6A}" dt="2026-06-04T20:21:56.119" v="10" actId="14100"/>
        <pc:sldMkLst>
          <pc:docMk/>
          <pc:sldMk cId="0" sldId="256"/>
        </pc:sldMkLst>
        <pc:spChg chg="add mod">
          <ac:chgData name="Sanjeev Kumar" userId="ed94c422-f0b9-4d2d-a461-6e3065d93970" providerId="ADAL" clId="{57E1B60C-7C07-4C24-8350-A9765BE8CC6A}" dt="2026-06-04T20:21:38.154" v="1" actId="1076"/>
          <ac:spMkLst>
            <pc:docMk/>
            <pc:sldMk cId="0" sldId="256"/>
            <ac:spMk id="5" creationId="{C8E479AD-1E2E-1819-A2D6-A0BB48BBDD61}"/>
          </ac:spMkLst>
        </pc:spChg>
        <pc:spChg chg="add mod">
          <ac:chgData name="Sanjeev Kumar" userId="ed94c422-f0b9-4d2d-a461-6e3065d93970" providerId="ADAL" clId="{57E1B60C-7C07-4C24-8350-A9765BE8CC6A}" dt="2026-06-04T20:21:38.154" v="1" actId="1076"/>
          <ac:spMkLst>
            <pc:docMk/>
            <pc:sldMk cId="0" sldId="256"/>
            <ac:spMk id="26" creationId="{FBFB84DD-FB63-FE97-1A03-0AC32FA634CC}"/>
          </ac:spMkLst>
        </pc:spChg>
        <pc:spChg chg="add mod">
          <ac:chgData name="Sanjeev Kumar" userId="ed94c422-f0b9-4d2d-a461-6e3065d93970" providerId="ADAL" clId="{57E1B60C-7C07-4C24-8350-A9765BE8CC6A}" dt="2026-06-04T20:21:56.119" v="10" actId="14100"/>
          <ac:spMkLst>
            <pc:docMk/>
            <pc:sldMk cId="0" sldId="256"/>
            <ac:spMk id="29" creationId="{83642777-6B04-69AF-3B5D-34A15150B219}"/>
          </ac:spMkLst>
        </pc:spChg>
        <pc:picChg chg="add mod">
          <ac:chgData name="Sanjeev Kumar" userId="ed94c422-f0b9-4d2d-a461-6e3065d93970" providerId="ADAL" clId="{57E1B60C-7C07-4C24-8350-A9765BE8CC6A}" dt="2026-06-04T20:21:38.154" v="1" actId="1076"/>
          <ac:picMkLst>
            <pc:docMk/>
            <pc:sldMk cId="0" sldId="256"/>
            <ac:picMk id="30" creationId="{DCE02971-3123-DEAC-AAC9-4ED2343EC13B}"/>
          </ac:picMkLst>
        </pc:picChg>
        <pc:picChg chg="add mod">
          <ac:chgData name="Sanjeev Kumar" userId="ed94c422-f0b9-4d2d-a461-6e3065d93970" providerId="ADAL" clId="{57E1B60C-7C07-4C24-8350-A9765BE8CC6A}" dt="2026-06-04T20:21:38.154" v="1" actId="1076"/>
          <ac:picMkLst>
            <pc:docMk/>
            <pc:sldMk cId="0" sldId="256"/>
            <ac:picMk id="31" creationId="{8E0AFC47-5E65-A12A-4DCF-BD33D245869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690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Canvas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846320" y="1097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name:  </a:t>
            </a:r>
            <a:r>
              <a:rPr lang="en-US" sz="12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778240" y="10972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 </a:t>
            </a:r>
            <a:r>
              <a:rPr lang="en-US" sz="12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640080"/>
            <a:ext cx="11640312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457200" y="667512"/>
            <a:ext cx="112745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Description &amp; Metadata</a:t>
            </a:r>
            <a:r>
              <a:rPr lang="en-US" sz="1000" b="1" dirty="0">
                <a:solidFill>
                  <a:srgbClr val="F2A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trigger engine 
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one line of what it does  +  </a:t>
            </a: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&lt;triggers&gt;  +  </a:t>
            </a: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FOR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&lt;anti-triggers → name the sibling skill&gt;.   </a:t>
            </a: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version · license · author.   </a:t>
            </a: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= lean router; Workflows / References / Scripts point to separate files (progressive disclosure).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35024"/>
            <a:ext cx="11640312" cy="548640"/>
          </a:xfrm>
          <a:prstGeom prst="roundRect">
            <a:avLst>
              <a:gd name="adj" fmla="val 8333"/>
            </a:avLst>
          </a:prstGeom>
          <a:solidFill>
            <a:srgbClr val="FCE8D2"/>
          </a:solidFill>
          <a:ln w="15875">
            <a:solidFill>
              <a:srgbClr val="F2A35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457200" y="1362456"/>
            <a:ext cx="112745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9A4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in — Source Material &amp; Context Budget</a:t>
            </a:r>
            <a:r>
              <a:rPr lang="en-US" sz="9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material: </a:t>
            </a: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tasks, corrections, runbooks, API specs, code-review notes &amp; real failure cases — NOT generic LLM knowledge.   </a:t>
            </a: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budget: </a:t>
            </a: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SKILL.md ≤ 500 lines / 5,000 tokens; for each line ask “would the agent get this wrong without it?” — if no, cut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2240280" cy="2724912"/>
          </a:xfrm>
          <a:prstGeom prst="roundRect">
            <a:avLst>
              <a:gd name="adj" fmla="val 1633"/>
            </a:avLst>
          </a:prstGeom>
          <a:solidFill>
            <a:srgbClr val="F4F7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84048" y="2020824"/>
            <a:ext cx="202082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When to Use &amp; Triggers
</a:t>
            </a: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requests, keywords &amp; intents should ACTIVATE the skill — and explicitly what should NOT trigger it, so it never fires over sibling skills. Make the scope a coherent unit: not so narrow it forces many skills to load, not so broad it can't activate precisely.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24328" y="1938528"/>
            <a:ext cx="2240280" cy="1307592"/>
          </a:xfrm>
          <a:prstGeom prst="roundRect">
            <a:avLst>
              <a:gd name="adj" fmla="val 2797"/>
            </a:avLst>
          </a:prstGeom>
          <a:solidFill>
            <a:srgbClr val="F4F7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2734056" y="2020824"/>
            <a:ext cx="202082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Workflows &amp; Steps
</a:t>
            </a: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end-to-end, stage-by-stage procedures the agent follows: quick start, full pipeline, iterate, diagnose. Each links to its own guide file.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24328" y="3355848"/>
            <a:ext cx="2240280" cy="1307592"/>
          </a:xfrm>
          <a:prstGeom prst="roundRect">
            <a:avLst>
              <a:gd name="adj" fmla="val 2797"/>
            </a:avLst>
          </a:prstGeom>
          <a:solidFill>
            <a:srgbClr val="F4F7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2734056" y="3438144"/>
            <a:ext cx="202082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Scenarios &amp; References
</a:t>
            </a: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knowledge &amp; deep-dive reference topics that support the agent — each pointing to its own reference file.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74336" y="1938528"/>
            <a:ext cx="2240280" cy="2724912"/>
          </a:xfrm>
          <a:prstGeom prst="roundRect">
            <a:avLst>
              <a:gd name="adj" fmla="val 1633"/>
            </a:avLst>
          </a:prstGeom>
          <a:solidFill>
            <a:srgbClr val="F4F7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5084064" y="2020824"/>
            <a:ext cx="202082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Scripts &amp; Tools
</a:t>
            </a: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executable scripts, functions &amp; programmatic tools the agent runs, with a one-line purpose for each (submit, monitor, deploy, evaluate, convert…). Offload complex logic to scripts/ rather than prose.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24344" y="1938528"/>
            <a:ext cx="2240280" cy="1307592"/>
          </a:xfrm>
          <a:prstGeom prst="roundRect">
            <a:avLst>
              <a:gd name="adj" fmla="val 2797"/>
            </a:avLst>
          </a:prstGeom>
          <a:solidFill>
            <a:srgbClr val="F4F7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7434072" y="2020824"/>
            <a:ext cx="202082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· Rules &amp; Guidelines
</a:t>
            </a: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constraints &amp; guardrails the agent must ALWAYS follow. Add only what the agent would get wrong on its own — omit what it already knows.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24344" y="3355848"/>
            <a:ext cx="2240280" cy="1307592"/>
          </a:xfrm>
          <a:prstGeom prst="roundRect">
            <a:avLst>
              <a:gd name="adj" fmla="val 2797"/>
            </a:avLst>
          </a:prstGeom>
          <a:solidFill>
            <a:srgbClr val="F4F7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7434072" y="3438144"/>
            <a:ext cx="202082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· Quick Reference
</a:t>
            </a: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at-a-glance cheat sheet of Task → exact command for the most common operations.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674352" y="1938528"/>
            <a:ext cx="2240280" cy="2724912"/>
          </a:xfrm>
          <a:prstGeom prst="roundRect">
            <a:avLst>
              <a:gd name="adj" fmla="val 1633"/>
            </a:avLst>
          </a:prstGeom>
          <a:solidFill>
            <a:srgbClr val="F4F7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9784080" y="2020824"/>
            <a:ext cx="202082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· Error Handling
</a:t>
            </a: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failure modes mapped as Error → Cause → Fix, so the agent can self-diagnose and recover from known issues. Source these from real failures, not hypotheticals.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4773168"/>
            <a:ext cx="5669280" cy="1847088"/>
          </a:xfrm>
          <a:prstGeom prst="roundRect">
            <a:avLst>
              <a:gd name="adj" fmla="val 1980"/>
            </a:avLst>
          </a:prstGeom>
          <a:solidFill>
            <a:srgbClr val="F4F7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384048" y="4855464"/>
            <a:ext cx="54498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· Collaboration &amp; Iteration Loop
</a:t>
            </a: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checkpoints and hand-offs to other agents / skills. Refine the skill by running it on real tasks → reading execution traces (not just final outputs) → cutting what is vague, unused, or wrongly triggered → repeat.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45352" y="4773168"/>
            <a:ext cx="5669280" cy="1847088"/>
          </a:xfrm>
          <a:prstGeom prst="roundRect">
            <a:avLst>
              <a:gd name="adj" fmla="val 1980"/>
            </a:avLst>
          </a:prstGeom>
          <a:solidFill>
            <a:srgbClr val="F4F7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6355080" y="4855464"/>
            <a:ext cx="54498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· Output specs, Success, Evaluation &amp; Guardrails
</a:t>
            </a: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successful output looks like + the guardrails to meet. Prove the skill adds value with a baseline test — run WITH-skill vs WITHOUT — and grade with assertion-based evals (evals.json). If the agent does fine without it, the skill may not be needed.</a:t>
            </a:r>
            <a:endParaRPr lang="en-US" sz="1150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8E479AD-1E2E-1819-A2D6-A0BB48BBDD61}"/>
              </a:ext>
            </a:extLst>
          </p:cNvPr>
          <p:cNvSpPr txBox="1">
            <a:spLocks/>
          </p:cNvSpPr>
          <p:nvPr/>
        </p:nvSpPr>
        <p:spPr>
          <a:xfrm>
            <a:off x="11482960" y="6510326"/>
            <a:ext cx="40424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F881BB8-5469-4299-99B9-578BE3320A80}" type="slidenum">
              <a:rPr lang="en-US" smtClean="0">
                <a:solidFill>
                  <a:srgbClr val="000000"/>
                </a:solidFill>
                <a:latin typeface="Segoe UI"/>
              </a:rPr>
              <a:pPr>
                <a:defRPr/>
              </a:pPr>
              <a:t>1</a:t>
            </a:fld>
            <a:endParaRPr lang="en-US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FB84DD-FB63-FE97-1A03-0AC32FA634CC}"/>
              </a:ext>
            </a:extLst>
          </p:cNvPr>
          <p:cNvSpPr txBox="1"/>
          <p:nvPr/>
        </p:nvSpPr>
        <p:spPr>
          <a:xfrm>
            <a:off x="1220947" y="6294048"/>
            <a:ext cx="309443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b="1" dirty="0"/>
              <a:t>DESIGNED BY</a:t>
            </a:r>
            <a:r>
              <a:rPr lang="en-US" dirty="0"/>
              <a:t>: Sanjeev Kumar</a:t>
            </a:r>
            <a:endParaRPr lang="LID4096" dirty="0" err="1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642777-6B04-69AF-3B5D-34A15150B219}"/>
              </a:ext>
            </a:extLst>
          </p:cNvPr>
          <p:cNvSpPr txBox="1"/>
          <p:nvPr/>
        </p:nvSpPr>
        <p:spPr>
          <a:xfrm>
            <a:off x="6245352" y="6116514"/>
            <a:ext cx="5669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Skill Canvas © 2026 by Sanjeev Kumar is licensed under CC BY 4.0. To view a copy of this license, visit https://creativecommons.org/licenses/by/4.0/</a:t>
            </a:r>
            <a:endParaRPr lang="LID4096" sz="1400" dirty="0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DCE02971-3123-DEAC-AAC9-4ED2343EC1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762" y="6259511"/>
            <a:ext cx="336639" cy="336639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8E0AFC47-5E65-A12A-4DCF-BD33D24586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8577" y="6259507"/>
            <a:ext cx="336639" cy="3366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554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Georgia</vt:lpstr>
      <vt:lpstr>Segoe UI</vt:lpstr>
      <vt:lpstr>Source Sans Pro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Sanjeev Kumar</cp:lastModifiedBy>
  <cp:revision>2</cp:revision>
  <dcterms:created xsi:type="dcterms:W3CDTF">2026-06-04T19:49:16Z</dcterms:created>
  <dcterms:modified xsi:type="dcterms:W3CDTF">2026-06-04T20:21:57Z</dcterms:modified>
</cp:coreProperties>
</file>